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🧪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Connect a Fabric Workspace to Git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**Duration: 60 minutes**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`10:30 – 11:30`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_Branch · Sync · PR · Merge_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Lab 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By the end of this lab you will have: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Connected a Fabric workspace to an Azure DevOps or GitHub repo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Completed the initial **workspace → repo sync**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Created a **feature branch** from `main`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Made a report or model change in an isolated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Committed and pushed the change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Opened a **pull request**, had it reviewed, and merged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Your Lab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Item | Value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Workspace | `WS-Dev-&lt;team&gt;` assigned to you by facilitator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Git provider | Azure DevOps or GitHub (as configured)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Repo | `fabric-git-essentials-&lt;team&gt;`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Branch policy | PR required; 1 reviewer; CI check (after Lab 2)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PBIP starter | Pre-cloned in your assigned workspace folder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⚠️ Do **not** work directly in `WS-Dev-&lt;team&gt;`. You will create your own feature workspace in Part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1 — Connect the Shared Dev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**Workspace → Settings → Git integration**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Open `WS-Dev-&lt;team&gt;` in the Fabric portal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Click **⋯ → Workspace settings → Git integration**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Choose your provider (Azure DevOps / GitHub)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Authenticate when prompted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Fill in the connection fields: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Field | Value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Organization | Your org name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Repository | `fabric-git-essentials-&lt;team&gt;`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Branch | `main`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Folder path | `/fabric-workspace`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Click **Connect and sync**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1 — Verify the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After connecting, Fabric exports all workspace items to the repo.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**In the Fabric portal:**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Workspace items show **Git status indicators** (green check = committed)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The Source control panel shows "0 pending changes"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**In the repo (Azure DevOps / GitHub):**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Navigate to `Repos → Files → /fabric-workspace`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You should see PBIP folders for each report and semantic model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✅ Checkpoint: If you can see the files in the repo, Part 1 is 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2 — Create Your Feature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**In Azure DevOps:**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Repos → Branches → New branch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Name:   feature/&lt;your-alias&gt;-lab1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Based on: 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**Or using Git CLI:**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```bash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git fetch origin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git checkout -b feature/&lt;your-alias&gt;-lab1 origin/main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git push -u origin feature/&lt;your-alias&gt;-lab1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2 — Provision Your Personal Feature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You work in your **own workspace** — never directly in the shared one.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In the Fabric portal, click **+ New workspace** (left nav)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Name it: `WS-Dev-&lt;your-alias&gt;` (e.g., `WS-Dev-bcampbell`)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Assign it to the **same Fabric capacity** as `WS-Dev-&lt;team&gt;`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Open **Workspace settings → Git integration**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Connect to your **feature branch** (not `main`):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Branch: `feature/&lt;your-alias&gt;-lab1`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Folder: `/fabric-workspace`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Click **Connect and sync**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Your personal workspace is now isolated from the shared one. 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3 — Make a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In your personal workspace (`WS-Dev-&lt;alias&gt;`):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Open the **SalesReport** report → click **Edit**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Add a new text box on Page 1: `Lab 1 — &lt;your alias&gt;`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Save the report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In the **Source control** panel (Git icon, top right):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Review the changed files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Add a commit message: `feat: lab1 change by &lt;alias&gt;`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Click **Commit**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The change is now pushed to `feature/&lt;alias&gt;-lab1` in the repo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4 — Open a Pull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**In Azure DevOps / GitHub:**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Navigate to the repo → **Pull Requests → New PR**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Set: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**Source branch:** `feature/&lt;your-alias&gt;-lab1`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**Target branch:** `main`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Title: `Lab 1: initial workspace sync — &lt;alias&gt;`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Description: briefly describe the change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Assign the person next to you as **reviewer**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Click **Create**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4 — Review the 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**As reviewer:**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Open the PR → review the **Files changed** tab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Look at the JSON diff — can you see the text box change?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Leave a comment: ✅ or request a change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**Approve**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4 — Merge &amp;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**As author:**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Once approved, click **Complete / Merge**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Choose **Squash merge** (keeps history clean)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Delete the feature branch after merging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**Verify:** Open `WS-Dev-&lt;team&gt;` → **Source control → Update all** to sync the merged change into the shared workspace.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Lab 1 —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`WS-Dev-&lt;team&gt;` shows Git-connected status ✅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Initial sync complete — PBIP files visible in repo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Feature branch created: `feature/&lt;alias&gt;-lab1`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Personal feature workspace created and connected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Change committed from the Fabric Source control panel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PR opened with at least 1 reviewer assigned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PR reviewed and merged to `main`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Shared Dev workspace reflects the merged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✅ Lab 1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**Next: Collaboration Patterns &amp; Governance**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`11:30 – 12:15`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Lunch at 12:15 — see you back at 13:00 for **Deployment Strategy**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