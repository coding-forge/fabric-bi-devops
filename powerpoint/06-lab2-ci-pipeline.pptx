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🧪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CI Pipeline &amp; Workspace Sync for PBIP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**Duration: 60 minutes**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`13:45 – 14:45`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_Validate · Test · Publish · Sync_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Lab 2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By the end of this lab you will have: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Created `azure-pipelines.yml` in the repo root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Configured branch **triggers** for `main` and `feature/*`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Added PBIP **schema validation** using `pbi-tools`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Added **DAX unit test** execution with JUnit output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Published **build artifacts**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Set the pipeline as a **required status check** on `main`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7. Synced the Dev workspace using **Approach A** (manual portal)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8. Synced the Dev workspace using **Approach B** (REST API automation)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Pipeline Stages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Stage | Runs On | Purpose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**Validate** | Every push / PR | Schema validation + lint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**Test** | After Validate | DAX unit tests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**Publish** | After Test | Upload `pbip-artifacts`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**SyncFabricDev** | `main` only | REST API workspace sync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1 — Create the Feature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```bash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git fetch origin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git checkout -b feature/&lt;alias&gt;-lab2 origin/main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git push -u origin feature/&lt;alias&gt;-lab2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Or in Azure DevOps: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Repos → Branches → New branch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Name:   feature/&lt;alias&gt;-lab2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Based on: 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Connect your personal workspace (`WS-Dev-&lt;alias&gt;`) to this branch before proceeding.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2 — Create azure-pipelines.yml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Create `/azure-pipelines.yml` at the **repo root**: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```yaml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trigger: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branches: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include: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- 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- feature/*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pool: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vmImage: 'windows-latest'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variables: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fabricWorkspacePath: 'fabric-workspace'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2 — Validate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```yaml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stages: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◦ stage: Validate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displayName: 'Validate PBIP'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jobs: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- job: ValidatePBIP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displayName: 'Schema Validation + Lint'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steps: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task: UsePythonVersion@0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inputs: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versionSpec: '3.11'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pip install pbi-tools pbip-lint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displayName: 'Install tools'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pbi-tools validate --input $(fabricWorkspacePath)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displayName: 'pbi-tools validate'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pbip-lint --path $(fabricWorkspacePath) --config .pbiplintrc.json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displayName: 'pbip-lint'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2 — Test &amp; Publish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```yaml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◦ stage: Test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displayName: 'DAX Unit Tests'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dependsOn: Validate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jobs: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- job: DaxTests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steps: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python tests/run_dax_tests.py --model-path $(fabricWorkspacePath)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displayName: 'Run DAX tests'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task: PublishTestResults@2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inputs: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testResultsFormat: 'JUnit'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testResultsFiles: '**/test-results.xml'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◦ stage: Publish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dependsOn: Test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jobs: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- job: PublishArtifacts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steps: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task: PublishBuildArtifacts@1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inputs: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pathToPublish: '$(fabricWorkspacePath)'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artifactName: 'pbip-artifacts'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2 — SyncFabricDev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```yaml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◦ stage: SyncFabricDev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displayName: 'Sync Fabric Dev Workspace'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dependsOn: Publish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condition: &gt;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and(succeeded(),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eq(variables['Build.SourceBranch'], 'refs/heads/main'))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jobs: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- job: TriggerFabricSync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steps: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task: AzureKeyVault@2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inputs: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azureSubscription: 'fabric-keyvault-connection'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KeyVaultName: 'kv-fabricci'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SecretsFilter: 'FABRIC-SP-ID,FABRIC-SP-SECRET,FABRIC-TENANT-ID,FABRIC-WORKSPACE-ID'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python scripts/sync_fabric_workspace.py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displayName: 'Call Fabric updateFromGit API'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env: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SP_ID: $(FABRIC-SP-ID)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SP_SECRET: $(FABRIC-SP-SECRET)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TENANT_ID: $(FABRIC-TENANT-ID)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    WORKSPACE_ID: $(FABRIC-WORKSPACE-ID)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3 — Create the Pipeline in Azure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Go to **Pipelines → New pipeline**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Choose **Azure Repos Git**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Select your repository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Choose **Existing Azure Pipelines YAML file**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Path: `/azure-pipelines.yml`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Click **Run** — the pipeline should trigger and run all stages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✅ Checkpoint: All 4 stages show green in ADO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4 — Set Pipeline as a Required Status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Go to **Repos → Branches** → find `main` → **Branch policies**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Under **Build validation**, click **+ Add build policy**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Select your new pipeline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Set: **Required** (not optional)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Trigger: **Automatic**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Policy requirement: **Must pass**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7. Save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From now on, PRs targeting `main` cannot be merged until the CI pipeline passes.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5A — Workspace Sync (Manual Portal)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After merging a PR to `main`: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Open `WS-Dev-&lt;team&gt;` in the Fabric portal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Click the **Source control icon** (Git icon, top right toolbar)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In the Source control panel, review incoming commits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Click **Update all**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Fabric pulls the latest `main` and updates all workspace items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✅ Checkpoint: Reports and models in `WS-Dev-&lt;team&gt;` reflect the latest `main`.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5B — Workspace Sync (Automated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The `SyncFabricDev` stage calls: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```python</a:t>
            </a:r>
          </a:p>
          <a:p>
            <a:pPr>
              <a:spcAft>
                <a:spcPts val="200"/>
              </a:spcAft>
            </a:pPr>
            <a:r>
              <a:rPr b="1" sz="1800">
                <a:solidFill>
                  <a:srgbClr val="1A1A1A"/>
                </a:solidFill>
              </a:rPr>
              <a:t># scripts/sync_fabric_workspace.py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import os, requests, msal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app = msal.ConfidentialClientApplication(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client_id=os.environ["SP_ID"],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client_credential=os.environ["SP_SECRET"],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authority=f"https://login.microsoftonline.com/{os.environ['TENANT_ID']}"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token = app.acquire_token_for_client(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scopes=["https://api.fabric.microsoft.com/.default"]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requests.post(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f"https://api.fabric.microsoft.com/v1/workspaces/{os.environ['WORKSPACE_ID']}/git/updateFromGit",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headers={"Authorization": f"Bearer {token['access_token']}"},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json={"workspaceHead": {"sourceControlSystem": "Git"}}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Runs automatically after every merge to `main`. No human action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Lab 2 — 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`azure-pipelines.yml` committed to repo root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All 4 pipeline stages run and pass (green) in Azure DevOps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DAX test results visible in **Tests** tab of the pipeline run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`pbip-artifacts` published in **Artifacts** tab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Pipeline set as required status check on `main` branch policy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Approach A: Dev workspace manually synced via Source control panel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Approach B: `SyncFabricDev` stage triggered by a merge to `main`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☕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14:45 – 15:00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**Lab 3 starts at 15:00**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_Fabric Deployment Pipelines: Dev → Test → Prod_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