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Collaboration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&amp; Governance Best Practices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`11:30 – 12:15`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The Problem With Shared Workspaces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"I didn't know anyone else was editing that report"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Common failure modes without governance: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Two developers edit the same semantic model simultaneously → last-save wins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Someone deploys a broken measure directly to the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No one knows whose job it is to approve a change before it goes to prod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RLS role bindings are inconsistent across Dev, Test, and Prod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**Governance is the policy layer that makes Git workflows stick.**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Workspace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WS-Dev-&lt;team&gt;       ← Git-connected to 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WS-Dev-&lt;alias&gt;      ← Git-connected to feature branch (personal)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WS-Test-&lt;team&gt;      ← NOT Git-connected; populated by Deployment Pipeline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WS-Prod-&lt;team&gt;      ← NOT Git-connected; populated by Deployment Pipeline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**Rules:**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Only the **Dev workspace** is Git-connected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Test and Prod are **only ever updated via Deployment Pipelines** — never manually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Personal feature workspaces are **ephemeral** — created per branch, deleted after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Permission Model (Least Privilege)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Role | Dev Workspace | Test Workspace | Prod Workspace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**Admin** | BI Lead, IT Sec | BI Lead | BI Lead only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**Member** | Senior BI Devs | QA leads | ❌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**Contributor** | BI Developers | QA Testers | ❌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**Viewer** | ❌ | Stakeholders | Report Consumers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🚫 No human accounts hold Admin or Member in Prod other than the BI Lead.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🤖 CI/CD operations run as a **service principal** — never human credentials.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Naming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Object | Pattern | Example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Workspaces | `WS-{Env}-{Team}` | `WS-Dev-FinanceBI`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Feature workspaces | `WS-Dev-{alias}` | `WS-Dev-bcampbell`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Feature branches | `feature/{alias}-{task}` | `feature/bcampbell-ytd`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Fix branches | `fix/{alias}-{description}` | `fix/jsmith-date-table`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Release tags | `v{YYYY.MM.DD}` | `v2026.04.10`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Semantic models | `{Domain}Model` | `SalesModel`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Reports | `{Audience}-{Topic}` | `Exec-SalesDashboard`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Pull Request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Every PR to `main` must include: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**Title:** `&lt;type&gt;: &lt;short description&gt;` (`feat:`, `fix:`, `refactor:`)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**Description:** what changed, why, and any testing notes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**Linked work item** (if using Azure Boards)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**Minimum 1 reviewer** assigned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**CI checks passing** (after Lab 2)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**No unresolved comments** before merge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💡 Create a PR template at `.azuredevops/pull_request_template.md` to enforce this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RLS / CLS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**Row-level security must be consistent across all environments.**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b="1" sz="1800">
                <a:solidFill>
                  <a:srgbClr val="FFFFFF"/>
                </a:solidFill>
              </a:rPr>
              <a:t># In TMDL — committed to Git, reviewed in PRs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role 'RegionManagers'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tablePermission Sales = [Region] = USERPRINCIPALNAME()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Before any promotion: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• [ ] All RLS roles verified in current environment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• [ ] Test RLS by signing in as a representative user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• [ ] No `*` (all rows) roles in Test or Prod unless explicitly approved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• [ ] CLS (Column-level security) validated for sensitive columns (salary, PII)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RACI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Activity | Responsible | Accountable | Consulted | Informed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Model changes | Data Engineer | BI Lead | Security, DBA | Stakeholders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Report pages | BI Developer | BI Lead | UX, SMEs | Stakeholders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CI/CD pipeline | DevOps | BI Lead | CSA, IT | Team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Workspace permissions | Admin | IT Security | CSA | Team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Production promotion | DevOps | BI Lead | IT Sec | Stakeholders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RLS review | BI Developer | IT Security | Compliance | BI Lead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Common Anti-Patterns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Anti-Pattern | Why It's a Problem | Better Approach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Editing directly in `WS-Dev-&lt;team&gt;` | In-progress work visible to everyone | Use feature workspace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Direct commits to `main` | Bypasses review and CI | Require PRs + branch policies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Shared credentials in pipelines | Security risk, audit failure | Service principal + Key Vault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Only one workspace for all envs | No isolation, no safe testing | Dev / Test / Prod separation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Manual production deployments | Undocumented, unrepeatable | Deployment Pipelines only 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Governance Checklist — Key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Gate | Checks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**Before PR** | `pbi-tools validate` passes · No hardcoded credentials · New measures have descriptions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**Dev → Test** | CI pipeline green on `main` · JUnit: 0 failures · Dev workspace refresh succeeded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**Test → Prod** | RLS roles tested with representative users · Dataset refresh succeeded in Test · BI Lead manual approval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🍽️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12:15 – 13:00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**Back at 13:00 for Deployment Strategy**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