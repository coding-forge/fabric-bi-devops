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Publishing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Release Checklist &amp; Power BI Embedded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`16:00 – 17:00`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The Release Checklist — Why It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A pipeline can be green and a report can still be wrong.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CI validates _code quality_. The release checklist validates _business readiness_.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Before any production deployment, an owner works through the checklist to confirm: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Data is correct and complete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Security controls are in place and tested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The content matches stakeholder expectations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Nothing breaks when real users open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Release Checklist — CI/CD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These must be **green** before the Deployment Pipeline runs: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CI pipeline passing on `main` — all 3 stages (Validate, Test, Publish)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JUnit test results: **0 failures**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No `pbip-lint` errors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`pbip-artifacts` published to ADO and downloadable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Dev workspace synced to latest `main` (Approach A or B)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Deployment rules verified for Test **and** Prod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Release Checklist — Content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All report pages follow the agreed **theme file** (colors, fonts, logo)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Visuals accessible: sufficient contrast, alt-text on images, descriptive tooltips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No placeholder or test pages committed or published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Page navigation consistent with UX standard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No duplicate measures (validated via `pbi-tools` output or Tabular Editor BPA)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All new model objects have descriptions (or waived by BI Lead)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Dataset refresh in Test: **succeeded**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Release Checklist — 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RLS roles tested with representative test user accounts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No hardcoded connection strings or credentials in PBIP files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Service principal used for all CI/CD operations (no human creds in pipelines)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Sensitivity labels applied to semantic models containing PII or confidential data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Column-level security validated for sensitive columns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Workspace permissions reviewed — no over-privileged accounts in Prod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Release Checklist — Final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UAT sign-off from designated stakeholder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BI Lead manual approval in Deployment Pipeline (Test → Prod gate)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Release note committed to repo: `CHANGELOG.md` or PR description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Release tagged in Git: `vYYYY.MM.DD`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Prod deployment logged in Deployment Pipeline audit trail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Post-deployment refresh succeeded in **Prod** 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Monitoring dashboard checked: no error spikes after release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Publishing Artifacts — What Gets Published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From the CI pipeline `Publish` stage: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pbip-artifacts/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fabric-workspace/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SalesReport.Report/         ← validated report PBIP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SalesModel.SemanticModel/   ← validated model PBIP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test-results/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test-results.xml            ← JUnit DAX test output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validation-report.json        ← pbi-tools schema results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These artifacts are stored in **Azure DevOps Pipelines** and can be: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Downloaded for audit purposes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Used as inputs to downstream CD stages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Referenced in the release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Power BI Embedded — App-Owns-Data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Used when embedding reports in **custom web applications** (external-facing or internal portals).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Custom Web App  →  Backend API  →  Azure AD  →  Fabric 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↑                               ↓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└──────── Embed Token ──────────┘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The backend acts as a **token broker** — credentials never reach the browser.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App-Owns-Data — Authentication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Web app requests a report via the backend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Backend authenticates as a **service principal**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Service principal gets an access token from Microsoft Entra ID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Backend calls Fabric API to generate an **embed token**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Embed token is returned to the frontend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6. Frontend loads the report using the **Power BI JavaScript SDK**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Power BI Embedded — Service Principal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**Register an app** in Azure Active Directory (App Registration)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Add API permissions: `Power BI Service → Report.ReadAll`, `Dataset.ReadAll`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Enable service principals in the **Fabric Admin Portal**: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`Admin → Tenant settings → Developer settings → Allow service principals`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Add the service principal as a **Member** on the Fabric 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Store the app credentials in **Azure Key Vault**: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`SP-CLIENT-ID`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`SP-CLIENT-SECRET`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- `SP-TENANT-ID`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🚫 Never hard-code service principal credentials in application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Power BI Embedded — 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Concern | Mitigation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Token leakage | Short-lived embed tokens (default: 1 hour); rotate regularly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Over-permissioned SP | Scope permissions to minimum required; use dedicated SP per app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RLS bypass | Validate `EffectiveIdentity` is set in token generation for RLS models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Content injection | Sanitize all `reportId` / `datasetId` inputs; never accept from user input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Audit trail | Log all token generation events; review Fabric activity logs |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Communications Plan — Key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When rolling out Git-based workflows to a team: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Element | Detail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**Teams channel** | `#fabric-git-releases` for deployment notifications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**Weekly touchpoints** | 15 min standup — branch status, blockers, upcoming PRs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**Decision log** | Record branching strategy decisions in a shared doc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**PR review SLA** | PRs reviewed within 1 business day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**On-call rotation** | Assign someone for post-deployment monitoring each release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**Training plan** | Onboarding checklist for new team members 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Workshop Summary — What You Built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Capability | Tool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Source-controlled BI content | Fabric Git Integration + PBIP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Isolated feature development | Branch-out workspaces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Automated quality validation | Azure DevOps CI Pipeline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Automated Dev workspace sync | Fabric REST API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Environment promotion | Fabric Deployment Pipelines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Connection isolation per env | Deployment Rules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Production approval gate | Manual approval in Deployment Pipeline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Embedded analytics | Power BI Embedded + Service Principal 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🎉 Workshop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**Thank you for attending**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_Fabric + Git Essentials_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Apply the **branch-out pattern** to your next report development task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Set up the CI pipeline in your team's ADO project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Create the three-workspace (Dev / Test / Prod) environment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Review the [Governance Checklist](../docs/governance/governance-checklist.md) with your BI Lead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Explore [Lab guides](../docs/workshop-plan/labs/) for reference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**Resources:**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[Workshop Repo README](../README.md)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[Architecture Diagrams](../docs/architecture/fabric-git-integration.md)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[Microsoft Learn — Fabric Git Integration](https://learn.microsoft.com/fabric/cicd/git-integration/intro-to-git-integration)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[Microsoft Learn — Deployment Pipelines](https://learn.microsoft.com/fabric/cicd/deployment-pipelines/intro-to-deployment-pipelines)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