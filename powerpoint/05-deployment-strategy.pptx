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Deployment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Dev → Test → Prod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`13:00 – 13:45`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Two Complementary Pipeline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System | Purpose | Trigger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**Azure DevOps CI Pipeline** | Validate PBIP artifacts — schema, lint, tests | Every push / PR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**Fabric Deployment Pipeline** | Promote workspace content across environments | Manual (with approval) or automated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They work together: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**CI ensures quality** before anything merges to `main`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**Deployment Pipeline ensures consistency** when content moves to Test or Prod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Developer → feature branch → PR → CI ✅ → merge to main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         ↓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Dev Workspace (Git sync)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         ↓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Fabric Deployment Pipeline: Dev → Test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         ↓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UAT + Approval Gate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         ↓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Fabric Deployment Pipeline: Test → Prod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         ↓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                                    Prod Workspace ✅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CI Pipeline — 4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Stage | Trigger | What It Does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**Validate** | Every push / PR | `pbi-tools validate` + `pbip-lint`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**Test** | After Validate | DAX unit tests → JUnit XML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**Publish** | After Test | Upload `pbip-artifacts` to ADO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**SyncFabricDev** | `main` merges only | REST API call → sync Dev workspace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All 4 stages must be **green** before any workspace promotion happens.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CI Pipeline YAML — Key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```yaml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trigger: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branches: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include: [main, feature/*]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stages:</a:t>
            </a:r>
          </a:p>
          <a:p>
            <a:pPr lvl="1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◦ stage: Validate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jobs: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- job: ValidatePBIP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steps: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script: pip install pbi-tools pbip-lint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script: pbi-tools validate --input fabric-workspace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script: pbip-lint --path fabric-workspace</a:t>
            </a:r>
          </a:p>
          <a:p>
            <a:pPr lvl="1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◦ stage: Test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dependsOn: Validate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jobs: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- job: DaxTests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steps: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script: python tests/run_dax_tests.py</a:t>
            </a:r>
          </a:p>
          <a:p>
            <a:pPr lvl="1"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◦ stage: SyncFabricDev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condition: eq(variables['Build.SourceBranch'], 'refs/heads/main')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jobs: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- job: TriggerFabricSync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steps: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          - script: python scripts/sync_fabric_workspace.py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FFFFFF"/>
                </a:solidFill>
              </a:rPr>
              <a:t>```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Approach A — Manual Workspace Sync (Portal)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Open `WS-Dev-&lt;team&gt;` in Fabric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Click the **Source control icon** (top right toolbar)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Review incoming commits in the side panel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Click **Update all**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Good for: individual developers, on-demand pulls after a merge.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Approach B — Automated Workspace Sync (REST API)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The `SyncFabricDev` pipeline stage calls the Fabric `updateFromGit` REST endpoint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Dev workspace updated automatically on every merge to `main`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Credentials stored in **Azure Key Vault** → surfaced via ADO variable group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No human action required after a PR merges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Good for: teams that want a fully automated inner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Fabric Deployment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A **Fabric-native** feature (separate from Azure DevOps) that promotes workspace content between environments without re-publishing manually.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[Development]  →  [Test]  →  [Production]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Promote ↗          Promote ↗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   (+ rules)           (+ approval)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```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**What it does at promotion time:**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Copies reports, semantic models, dataflows, notebooks from one workspace to the next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Applies **deployment rules** to swap data source connections per environment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Shows a **diff view** so you know exactly what will change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Deployment Rules — Why They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Same PBIP artifact, different database per environment: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Parameter | Dev | Test | Prod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`ServerName` | `dev-sql.database.windows.net` | `test-sql.database.windows.net` | `prod-sql.database.windows.net`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`DatabaseName` | `SalesDB_Dev` | `SalesDB_Test` | `SalesDB_Prod`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Deployment rules apply these overrides automatically at promotion time.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**No manual connection editing. No risk of accidentally pointing Prod at Dev data.**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Validation Gates — Dev →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Before triggering the Dev → Test promotion: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CI pipeline green on `main` — all 3 stages passed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JUnit: 0 test failures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Dev workspace refresh succeeded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Deployment rules configured for the Test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Validation Gates — Test → Prod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Before triggering the Test → Prod promotion: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UAT complete — stakeholder sign-off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RLS roles tested with representative user accounts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Refresh succeeded against Test database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Schema diff reviewed — no unexpected changes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• [ ] **Manual approval** from BI Lead received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What Gets Promoted by the Deployment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Item | Promoted?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Reports | ✅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Semantic Models | ✅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Notebooks | ✅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Dataflows Gen2 | ✅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Data Pipelines | ✅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Lakehouses | ⚠️ Schema only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Warehouses | ⚠️ Schema only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| Gateway connections | ✅ (via deployment rules) |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&gt; 💡 Use **selective deployment** to promote only the items that changed — faster and safer for hotfixes.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Key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1. **`main` is always deployable** — CI enforces this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2. **Dev is the only Git-connected workspace** — Test and Prod are promoted-only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3. **No manual prod deployments** — Deployment Pipeline only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4. **Secrets stay in Key Vault** — never in pipeline YAML or PBIP files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5. **Every promotion is logged** — Deployment Pipeline audit trail + ADO build history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7A3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0" tIns="164592"/>
          <a:lstStyle/>
          <a:p>
            <a:pPr algn="l"/>
            <a:r>
              <a:rPr b="1" sz="2800">
                <a:solidFill>
                  <a:srgbClr val="FFFFFF"/>
                </a:solidFill>
              </a:rPr>
              <a:t>🧪 Lab 2 up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114300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**CI Pipeline for PBIP**</a:t>
            </a:r>
          </a:p>
          <a:p>
            <a:pPr>
              <a:spcAft>
                <a:spcPts val="200"/>
              </a:spcAft>
            </a:pPr>
            <a:r>
              <a:rPr sz="1800">
                <a:solidFill>
                  <a:srgbClr val="1A1A1A"/>
                </a:solidFill>
              </a:rPr>
              <a:t>`13:45 – 14:45`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