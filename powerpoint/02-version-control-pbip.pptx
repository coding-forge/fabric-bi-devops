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Version Control in Fabric &amp; PBIP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Git with Azure DevOps / GitHub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`09:20 – 10:15`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Why Version Control for BI?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**Software teams have solved this for decades. BI is catching up.**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Traditional BI | Git-backed BI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Edit directly in shared workspace | Work in isolated feature branches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No change history | Every change is a dated, authored commit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"Who broke the report?" — unknown | Git blame + PR history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Manual promotion steps | Automated CI/CD pipeline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One person deploys to prod | PR approval + status checks required |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The PBIP File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fabric-workspace/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├── SalesReport.Report/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│   ├── report.json          ← pages, visuals, layout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│   ├── definition.pbir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│   └── StaticResources/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│       └── SharedResources/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└── SalesModel.SemanticModel/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├── definition/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│   ├── tables/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│   │   ├── Sales.tmdl   ← measures, columns, partitions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│   │   └── Date.tmdl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│   └── relationships.tmdl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└── definition.pbism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All files are **plain text** → diffable, reviewable, mergeable.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What TMDL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table Sales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measure [Total Sales] =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SUMX(Sales, Sales[Quantity] * Sales[Unit Price])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formatString: "$#,##0"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displayFolder: "Revenue"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measure [YTD Sales] =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TOTALYTD([Total Sales], 'Date'[Date])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formatString: "$#,##0"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displayFolder: "Revenue"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A measure change shows up in a PR as a **3-line diff** — not a binary blob.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Git Integration in Fabric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**Admin enables toggle** in Fabric Admin Portal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→ *"Users can synchronize workspace items with their Git repositories"*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**Developer connects workspace** to a repo + branch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Fabric exports all workspace items as PBIP text artifacts to the repo folder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From that point, **every save** can be committed; **every pull** brings in reviewed changes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5. Git status icons appear on items in the workspace 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Recommended Branching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**Trunk-based development:**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main  ←←←←←←←←←←←←←←←←←←←←←←←←←←←←←←←←←←←←←←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↑                        ↑                    ↑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PR + CI ✅               PR + CI ✅           PR + CI ✅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│                        │                    │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feature/bcampbell-ytd   feature/jsmith-rls   feature/ateam-refactor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`main` is **always deployable**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Feature branches are **short-lived** (&lt; 5 days)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**No direct commits** to `main` — PRs only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Releases tagged: `vYYYY.MM.DD`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The Branch-Out Pattern — Feature Workspaces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One feature branch = one dedicated Fabric workspace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Workspace | Branch | Purpose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`WS-Dev-&lt;team&gt;` | `main` | Shared — reflects latest reviewed state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`WS-Dev-&lt;alias&gt;` | `feature/&lt;alias&gt;-*` | Personal — fully isolated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`WS-Dev-&lt;team&gt;-&lt;feature&gt;` | `feature/&lt;team&gt;-*` | Scoped — multi-dev collaboration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**Why it matters:**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In-progress work is never visible in the shared workspace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Reviewers can open the feature workspace and **preview live reports** before approving the PR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Delete the branch + workspace → instant rollback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Branch Naming Convention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feature/&lt;alias&gt;-&lt;short-description&gt;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Example | What It Does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`feature/bcampbell-sales-ytd` | Add YTD sales measure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`feature/jsmith-rls-update` | Update RLS role bindings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`feature/ateam-model-refactor` | Refactor semantic model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`fix/bcampbell-date-table` | Fix a broken date relationship |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Git Workflow — Day-to-Day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git checkout -b feature/&lt;alias&gt;-&lt;task&gt; origin/main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git push -u origin feature/&lt;alias&gt;-&lt;task&gt;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Connect new Fabric workspace to this branch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Make changes in Power BI Desktop or Fabric portal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5. Commit + push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6. Open Pull Request → assign reviewers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7. CI pipeline runs automatically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8. Reviewer previews report in feature workspace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9. PR approved → merge to main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10. Dev workspace syncs automatically (or manually)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Connecting a Workspace to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**Workspace → Settings → Git integration**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Choose provider: **Azure DevOps** or **GitHub**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Authenticate (OAuth or PAT)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Fill in: Organization / Project / Repository / Branch / Folder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Click **Connect and sync**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5. Fabric exports all items → repo folder populated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6. Workspace items show Git status indicators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💡 If OAuth is blocked by Conditional Access, use a PAT scoped to `Code (Read &amp; Write)`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What Gets Synced?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Fabric Item | Synced? | Format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Reports | ✅ | PBIP JSON / report.json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Semantic Models | ✅ | TMDL or model.bim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Notebooks | ✅ | .ipynb JSON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Dataflows Gen2 | ✅ | JSON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Pipelines | ✅ | JSON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Lakehouses | ⚠️ Metadata only | JSON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Warehouses | ⚠️ Metadata only | JSON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Dashboards | ❌ | Not supported |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☕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10:15 – 10:30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**Lab 1 starts at 10:30**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Come back with your environment ready 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