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🧪 Lab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Fabric Deployment Pipelines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Dev → Test → Prod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**Duration: 60 minutes**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`15:00 – 16:00`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Lab 3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By the end of this lab you will have: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Created a three-stage **Fabric Deployment Pipeline**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Bound `WS-Dev`, `WS-Test`, and `WS-Prod` to their stages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Configured **deployment rules** to swap data source connections per environment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4. Reviewed the **comparison diff** before promoting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5. Promoted **Dev → Test** and verified the deployment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6. Completed the **UAT checklist** (RLS, refresh, rules)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7. Gated **Test → Prod** with a manual approval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8. Verified Prod workspace content and confirmed refresh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Prerequisites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Before starting: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Lab 1 ✅ — Dev workspace is Git-connected, PBIP content committed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Lab 2 ✅ — CI pipeline is passing on `main`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Three workspaces exist on Fabric capacity (F2+):</a:t>
            </a:r>
          </a:p>
          <a:p>
            <a:pPr lvl="1"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◦ `WS-Dev-&lt;team&gt;`</a:t>
            </a:r>
          </a:p>
          <a:p>
            <a:pPr lvl="1"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◦ `WS-Test-&lt;team&gt;`</a:t>
            </a:r>
          </a:p>
          <a:p>
            <a:pPr lvl="1"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◦ `WS-Prod-&lt;team&gt;`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You have **Admin** role on all three workspaces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Fabric Admin toggle enabled: **Users can create and use deployment pipelines**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Semantic model uses Power Query parameters for server and database name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Key Concept: Deployment Pipelines vs. CI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| Azure DevOps Pipeline | Fabric Deployment Pipeline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**Where** | Azure DevOps / GitHub | Microsoft Fabric portal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**What** | Validates code (text artifacts) | Promotes workspace content (live items)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**Trigger** | Git push / PR | Manual (or REST API)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**Output** | Green/red status check | Items copied across workspaces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**Rules** | Branch policies | Deployment rules (connection swaps)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They complement each other. CI validates — Deployment Pipeline promotes.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Concept: Deployment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&gt; Same artifact, different connection per environment.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The semantic model in Dev points to `SalesDB_Dev`.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When you promote to Test, deployment rules **automatically** swap it to `SalesDB_Test`.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Deployment rule (Test stage):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Parameter: ServerName  →  test-sql.database.windows.net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Parameter: DatabaseName →  SalesDB_Test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No manual editing of connection strings. No risk of Prod pointing at Dev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Part 1 — Create the Deployment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In the Fabric portal, click **Deployment pipelines** in the left nav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*(or: Create → Deployment pipeline)*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Click **Create pipeline**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Name it: `DP-&lt;team&gt;` (e.g., `DP-FinanceBI`)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4. Click **Create**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You will see the three-stage canvas: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[  Development  ]  →  [    Test    ]  →  [  Production  ]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Part 2 — Assign Workspaces to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**Development stage:**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Click **Assign a workspace** under Development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Select `WS-Dev-&lt;team&gt;` → **Assign**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**Test stage:**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Click **Assign a workspace** under Test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Select `WS-Test-&lt;team&gt;` → **Assign**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**Production stage:**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Click **Assign a workspace** under Production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Select `WS-Prod-&lt;team&gt;` → **Assign**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&gt; ✅ Checkpoint: All three stages show workspace names and item counts.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Part 3 — Configure Deployment Rules (Test)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Click **⋯** on the **Test stage** header → **Deployment rules**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Select the **SalesModel** semantic model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Under **Data source rules**, click **+ Add rule**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Parameter | Dev Value | Test Value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`ServerName` | `dev-sql.database.windows.net` | `test-sql.database.windows.net`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`DatabaseName` | `SalesDB_Dev` | `SalesDB_Test`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4. Click **Save**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Part 3 — Configure Deployment Rules (Prod)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Repeat for the **Production stage**: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Parameter | Prod Value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`ServerName` | `prod-sql.database.windows.net`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`DatabaseName` | `SalesDB_Prod`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&gt; 💡 **Gateway rules:** If your model uses a gateway for on-premises sources, add a **gateway rule** alongside the data source rule to redirect to the correct gateway for each environment.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Part 4 — Review the Comparison Diff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**Always review what will change before promoting.**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Click the **diff count** between Development and Test stages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(e.g., "3 different")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The comparison panel shows: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- Items only in **Dev** → will be added to Test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- Items only in **Test** → will be removed from Test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- Items that are **different** → will be updated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- Items that are **identical** → no action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Expand any item to see which properties changed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4. Confirm this matches your recent commits before proceeding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Part 5 — Promote Dev →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Click **Deploy** between the Development and Test stages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Review the deployment panel — all changed items pre-selected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Add a deployment note: `Lab 3 — initial Dev → Test promotion`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4. Click **Deploy**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Fabric promotes all selected items to `WS-Test-&lt;team&gt;`, applying the deployment rules.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**After deployment:**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Click **View deployment details** — review the promotion log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Open `WS-Test-&lt;team&gt;` in a new tab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Confirm reports and semantic models are present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Part 6 — UAT Checklist (Test Validation)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Work through this with your lab partner before promoting to Prod: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Report visuals display correct Test data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RLS tested: sign in as an RLS test user and confirm row filtering works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No placeholder or developer-only pages visible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Dataset refresh completed successfully in Test workspace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Deployment rules confirmed: Test semantic model points to Test database, not Dev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Schema diff (Test → Prod) reviewed — changes match expectations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Stakeholder (lab partner) sign-off given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Part 7 — Configure the Approval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Click **⋯** on the **Production stage** header → **Deployment settings**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Enable **Manual approval required**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Add the BI Lead (or your lab facilitator) as the approver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4. Click **Save**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The next promotion to Production will **pause** until the approver reviews and accepts.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Part 7 — Trigger the Prod Promotion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**Trigger the deployment:**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Click **Deploy** between Test and Production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Add a note: `Lab 3 — initial Test → Prod promotion`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Click **Deploy** — the pipeline pauses for approval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**As approver (BI Lead):**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Open the approval request notification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Review the deployment details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Click **Approve**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Part 7 — Verify Prod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After approval and deployment: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Open `WS-Prod-&lt;team&gt;` in a new tab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Confirm the report and semantic model are present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Trigger a **manual dataset refresh**: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- Click the semantic model → **Refresh now**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- Confirm the refresh succeeds against the **Prod database**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4. Open the report → verify it renders against Prod data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&gt; ✅ Checkpoint: Prod workspace has content, refresh is green, data is correct.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Lab 3 — Validation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Deployment Pipeline `DP-&lt;team&gt;` created with all three stages bound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Deployment rules configured for Test and Prod environments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Comparison diff reviewed before promoting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Dev → Test promotion completed and logged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UAT checklist completed; lab partner sign-off given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Manual approval gate configured on the Production stage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Test → Prod promotion completed after approval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Prod workspace verified: content present, refresh succeeded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✅ Lab 3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**Next: Publishing Artifacts &amp; Release Checklist**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`16:00 – 16:30`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