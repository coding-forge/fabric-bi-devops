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Fabric + Git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Version Control Workshop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**Brandon Campbell**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Time | Session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09:00–09:20 | **Kickoff** — Objectives, roles, prerequisites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09:20–10:15 | Version control in Fabric &amp; PBIP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10:30–11:30 | 🧪 **Lab 1** — Connect workspace to Git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11:30–12:15 | Collaboration patterns &amp; governance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13:00–13:45 | Deployment strategy: Dev → Test → Prod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13:45–14:45 | 🧪 **Lab 2** — CI pipeline for PBIP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15:00–16:00 | 🧪 **Lab 3** — Fabric Deployment Pipelines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16:00–16:30 | Publishing artifacts &amp; release checklist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16:30–17:00 | Power BI Embedded POC + comms plan |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Workshop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By the end of today you will be able to: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✅ Connect a Fabric workspace to Azure DevOps or GitHub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✅ Work in **isolated feature branches** without breaking shared workspaces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✅ Build a **CI pipeline** that validates PBIP artifacts automatically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✅ Use **Fabric Deployment Pipelines** to promote content Dev → Test → Prod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✅ Apply governance and release checklists before every production push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Who Is This Workshop For?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Role | What You'll Take Away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**BI Developer** | Branch-based workflow, PR process, isolated feature workspaces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**Data Engineer** | PBIP artifact structure, CI validation, DAX unit testing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**DevOps / Platform** | YAML pipeline patterns, Fabric REST API, Key Vault integration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**BI Lead / Manager** | Governance model, RACI, approval gates, release checklists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Prerequisites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Before we start, confirm you have: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Access to a **Fabric capacity-backed workspace** (F2+, Contributor or higher)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Latest **Power BI Desktop** installed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**VS Code** with Git extensions installed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Access to **Azure DevOps or GitHub** — can create branches &amp; PRs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Fabric **Git integration admin toggle** enabled in your tenant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**PAT or service principal** credentials ready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Sample PBIP starter project cloned locally *(provided by facilitator)*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What Is PBIP?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**Power BI Projects (.pbip)** store reports and semantic models as **human-readable text files**: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/fabric-workspace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/SalesReport.Report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report.json           ← visuals, pages, formatting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definition.pbir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/SalesModel.SemanticModel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model.bim             ← or TMDL folder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definition/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tables/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Sales.tmdl        ← measures, columns, relationships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relationships.tmdl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This makes every change **diff-able, reviewable, and automatable**.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Why Git + Fabric?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Without Git: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Changes made directly in shared workspaces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No review process — errors reach production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No history — can't roll back a bad deployment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One developer blocks others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With Git: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Every change is a **commit** with an author and message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PRs enforce **peer review** before anything hits shared workspaces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CI pipelines **catch errors automatically**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Parallel development with **zero conflicts**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Developer → Feature Branch → PR → CI Pipeline → main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                                               ↓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                                        Dev Workspace (Git sync)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                                               ↓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                                     Deployment Pipeline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                                      Dev → Test → Prod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Every promotion is **validated, reviewed, and logged**.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Let's get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**Next: Version Control in Fabric &amp; PBIP**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`09:20 → 10:15`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